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2" r:id="rId1"/>
  </p:sldMasterIdLst>
  <p:sldIdLst>
    <p:sldId id="266" r:id="rId2"/>
    <p:sldId id="257" r:id="rId3"/>
    <p:sldId id="265" r:id="rId4"/>
    <p:sldId id="258" r:id="rId5"/>
    <p:sldId id="267" r:id="rId6"/>
    <p:sldId id="260" r:id="rId7"/>
    <p:sldId id="261" r:id="rId8"/>
    <p:sldId id="262" r:id="rId9"/>
    <p:sldId id="263" r:id="rId10"/>
    <p:sldId id="270" r:id="rId11"/>
    <p:sldId id="268" r:id="rId12"/>
    <p:sldId id="269" r:id="rId13"/>
    <p:sldId id="272" r:id="rId14"/>
    <p:sldId id="271" r:id="rId15"/>
    <p:sldId id="264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-1474" y="-9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7551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91951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6598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4921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61802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8936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395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0139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30530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30130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9565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19070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5273" y="238871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b="1" u="sng" dirty="0" err="1" smtClean="0"/>
              <a:t>Blinkit</a:t>
            </a:r>
            <a:r>
              <a:rPr lang="en-US" b="1" u="sng" dirty="0" smtClean="0"/>
              <a:t> – Instant Delivery Demand Forecast &amp; Dark Store Optimizations</a:t>
            </a:r>
            <a:endParaRPr lang="en-IN" b="1" u="sng" dirty="0"/>
          </a:p>
        </p:txBody>
      </p:sp>
      <p:pic>
        <p:nvPicPr>
          <p:cNvPr id="1028" name="Picture 4" descr="https://newsimg.giznext.com/mobile/production/news/wp-content/uploads/2023/09/25144425/Blinkit-3-735x4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274" y="3163078"/>
            <a:ext cx="8705462" cy="35456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643812" y="2052735"/>
            <a:ext cx="768842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Skills Used – Python, Pandas, </a:t>
            </a:r>
            <a:r>
              <a:rPr lang="en-US" sz="2800" b="1" dirty="0" err="1" smtClean="0"/>
              <a:t>Numpy</a:t>
            </a:r>
            <a:r>
              <a:rPr lang="en-US" sz="2800" b="1" dirty="0" smtClean="0"/>
              <a:t>, </a:t>
            </a:r>
            <a:r>
              <a:rPr lang="en-US" sz="2800" b="1" dirty="0" err="1" smtClean="0"/>
              <a:t>Matplotlib</a:t>
            </a:r>
            <a:r>
              <a:rPr lang="en-US" sz="2800" b="1" dirty="0" smtClean="0"/>
              <a:t>, </a:t>
            </a:r>
            <a:r>
              <a:rPr lang="en-US" sz="2800" b="1" dirty="0" err="1" smtClean="0"/>
              <a:t>Seaborn</a:t>
            </a:r>
            <a:r>
              <a:rPr lang="en-US" sz="2800" b="1" dirty="0" smtClean="0"/>
              <a:t> </a:t>
            </a: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36777173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72122"/>
          </a:xfrm>
        </p:spPr>
        <p:txBody>
          <a:bodyPr>
            <a:normAutofit fontScale="90000"/>
          </a:bodyPr>
          <a:lstStyle/>
          <a:p>
            <a:r>
              <a:rPr b="1" u="sng" dirty="0">
                <a:solidFill>
                  <a:srgbClr val="002060"/>
                </a:solidFill>
              </a:rP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0520" y="1371600"/>
            <a:ext cx="8651240" cy="52120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/>
              <a:t>Q.1 Hourly demand </a:t>
            </a:r>
            <a:r>
              <a:rPr lang="en-US" sz="2800" dirty="0" smtClean="0"/>
              <a:t>analysis </a:t>
            </a:r>
            <a:r>
              <a:rPr lang="en-US" sz="2800" b="1" dirty="0"/>
              <a:t>.</a:t>
            </a:r>
            <a:r>
              <a:rPr lang="en-US" sz="2800" b="1" dirty="0" smtClean="0"/>
              <a:t>                    </a:t>
            </a:r>
            <a:endParaRPr lang="en-US" sz="2800" b="1" dirty="0"/>
          </a:p>
          <a:p>
            <a:pPr marL="0" indent="0">
              <a:buNone/>
            </a:pPr>
            <a:r>
              <a:rPr lang="en-US" sz="2800" dirty="0"/>
              <a:t>Q.2 City Level Demand </a:t>
            </a:r>
            <a:r>
              <a:rPr lang="en-US" sz="2800" dirty="0" smtClean="0"/>
              <a:t>Analysis.</a:t>
            </a:r>
            <a:endParaRPr lang="en-US" sz="2800" dirty="0"/>
          </a:p>
          <a:p>
            <a:pPr marL="0" indent="0">
              <a:buNone/>
            </a:pPr>
            <a:r>
              <a:rPr lang="en-US" sz="2800" dirty="0"/>
              <a:t>Q.3 Store Performance (Demand per store</a:t>
            </a:r>
            <a:r>
              <a:rPr lang="en-US" sz="2800" dirty="0" smtClean="0"/>
              <a:t>).</a:t>
            </a:r>
            <a:endParaRPr lang="en-US" sz="2800" dirty="0"/>
          </a:p>
          <a:p>
            <a:pPr marL="0" indent="0">
              <a:buNone/>
            </a:pPr>
            <a:r>
              <a:rPr lang="en-US" sz="2800" dirty="0"/>
              <a:t>Q.4 SKU Category Demand (Stock keeping unit).</a:t>
            </a:r>
          </a:p>
          <a:p>
            <a:pPr marL="0" indent="0">
              <a:buNone/>
            </a:pPr>
            <a:r>
              <a:rPr lang="en-IN" sz="2800" dirty="0"/>
              <a:t>Q.5 Daily Revenue </a:t>
            </a:r>
            <a:r>
              <a:rPr lang="en-IN" sz="2800" dirty="0" smtClean="0"/>
              <a:t>Calculations.</a:t>
            </a:r>
          </a:p>
          <a:p>
            <a:pPr marL="0" indent="0">
              <a:buNone/>
            </a:pPr>
            <a:endParaRPr lang="en-IN" sz="2800" dirty="0"/>
          </a:p>
          <a:p>
            <a:pPr>
              <a:buFont typeface="Wingdings" pitchFamily="2" charset="2"/>
              <a:buChar char="Ø"/>
            </a:pPr>
            <a:r>
              <a:rPr lang="en-IN" sz="2800" dirty="0" smtClean="0"/>
              <a:t>Daily </a:t>
            </a:r>
            <a:r>
              <a:rPr lang="en-IN" sz="2800" dirty="0"/>
              <a:t>Revenue </a:t>
            </a:r>
            <a:r>
              <a:rPr lang="en-IN" sz="2800" dirty="0" smtClean="0"/>
              <a:t>analysis.</a:t>
            </a:r>
          </a:p>
          <a:p>
            <a:pPr marL="0" indent="0">
              <a:buNone/>
            </a:pPr>
            <a:endParaRPr lang="en-IN" sz="2800" dirty="0"/>
          </a:p>
          <a:p>
            <a:pPr>
              <a:buFont typeface="Wingdings" pitchFamily="2" charset="2"/>
              <a:buChar char="Ø"/>
            </a:pPr>
            <a:r>
              <a:rPr lang="en-US" sz="2800" dirty="0" smtClean="0"/>
              <a:t>Peak </a:t>
            </a:r>
            <a:r>
              <a:rPr lang="en-US" sz="2800" dirty="0"/>
              <a:t>and low revenue </a:t>
            </a:r>
            <a:r>
              <a:rPr lang="en-US" sz="2800" dirty="0" smtClean="0"/>
              <a:t>days.</a:t>
            </a:r>
          </a:p>
          <a:p>
            <a:endParaRPr lang="en-US" sz="2800" dirty="0"/>
          </a:p>
          <a:p>
            <a:endParaRPr lang="en-US" sz="2800" dirty="0"/>
          </a:p>
          <a:p>
            <a:endParaRPr lang="en-IN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752158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b="1" u="sng" dirty="0" smtClean="0"/>
              <a:t>Business Problem</a:t>
            </a:r>
            <a:br>
              <a:rPr lang="en-US" b="1" u="sng" dirty="0" smtClean="0"/>
            </a:br>
            <a:endParaRPr lang="en-IN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080" y="2189481"/>
            <a:ext cx="8229600" cy="24892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800" dirty="0"/>
              <a:t>Q.5 Cancellation </a:t>
            </a:r>
            <a:r>
              <a:rPr lang="en-IN" sz="2800" dirty="0" smtClean="0"/>
              <a:t>Insights.</a:t>
            </a:r>
            <a:endParaRPr lang="en-IN" sz="2800" dirty="0"/>
          </a:p>
          <a:p>
            <a:pPr marL="0" indent="0">
              <a:buNone/>
            </a:pPr>
            <a:r>
              <a:rPr lang="en-US" sz="2800" dirty="0"/>
              <a:t>Q.6 Zones with high </a:t>
            </a:r>
            <a:r>
              <a:rPr lang="en-US" sz="2800" dirty="0" smtClean="0"/>
              <a:t>cancellations.</a:t>
            </a:r>
            <a:endParaRPr lang="en-US" sz="2800" dirty="0"/>
          </a:p>
          <a:p>
            <a:pPr marL="0" indent="0">
              <a:buNone/>
            </a:pPr>
            <a:r>
              <a:rPr lang="en-US" sz="2800" dirty="0"/>
              <a:t>Q.7 Does </a:t>
            </a:r>
            <a:r>
              <a:rPr lang="en-US" sz="2800" dirty="0" smtClean="0"/>
              <a:t>delivery </a:t>
            </a:r>
            <a:r>
              <a:rPr lang="en-US" sz="2800" dirty="0"/>
              <a:t>time cause </a:t>
            </a:r>
            <a:r>
              <a:rPr lang="en-US" sz="2800" dirty="0" smtClean="0"/>
              <a:t>cancellations.</a:t>
            </a:r>
            <a:endParaRPr lang="en-US" sz="2800" dirty="0"/>
          </a:p>
          <a:p>
            <a:pPr marL="0" indent="0">
              <a:buNone/>
            </a:pPr>
            <a:r>
              <a:rPr lang="en-US" sz="2800" dirty="0"/>
              <a:t>Q.8 Correlation Analysis (Delivery Time, Distance, </a:t>
            </a:r>
            <a:r>
              <a:rPr lang="en-US" sz="2800" dirty="0" smtClean="0"/>
              <a:t>Price.</a:t>
            </a:r>
            <a:endParaRPr lang="en-US" sz="2800" dirty="0"/>
          </a:p>
          <a:p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6645090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u="sng" dirty="0"/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800" dirty="0" smtClean="0"/>
              <a:t>Orders</a:t>
            </a:r>
            <a:r>
              <a:rPr sz="2800" dirty="0"/>
              <a:t>, timestamps, customer &amp; store </a:t>
            </a:r>
            <a:r>
              <a:rPr sz="2800" dirty="0" smtClean="0"/>
              <a:t>locations</a:t>
            </a:r>
            <a:endParaRPr sz="2800" dirty="0"/>
          </a:p>
          <a:p>
            <a:r>
              <a:rPr sz="2800" dirty="0" smtClean="0"/>
              <a:t> </a:t>
            </a:r>
            <a:r>
              <a:rPr sz="2800" dirty="0"/>
              <a:t>Product categories &amp; pricing</a:t>
            </a:r>
          </a:p>
          <a:p>
            <a:r>
              <a:rPr lang="en-US" sz="2800" dirty="0"/>
              <a:t> </a:t>
            </a:r>
            <a:r>
              <a:rPr sz="2800" dirty="0" smtClean="0"/>
              <a:t>Delivery </a:t>
            </a:r>
            <a:r>
              <a:rPr sz="2800" dirty="0"/>
              <a:t>times &amp; distances</a:t>
            </a:r>
          </a:p>
          <a:p>
            <a:r>
              <a:rPr lang="en-US" sz="2800" dirty="0"/>
              <a:t> </a:t>
            </a:r>
            <a:r>
              <a:rPr sz="2800" dirty="0" smtClean="0"/>
              <a:t>Status </a:t>
            </a:r>
            <a:r>
              <a:rPr sz="2800" dirty="0"/>
              <a:t>(delivered/cancelled)</a:t>
            </a:r>
          </a:p>
          <a:p>
            <a:r>
              <a:rPr lang="en-US" sz="2800" dirty="0"/>
              <a:t> </a:t>
            </a:r>
            <a:r>
              <a:rPr sz="2800" dirty="0" smtClean="0"/>
              <a:t>Suitable </a:t>
            </a:r>
            <a:r>
              <a:rPr sz="2800" dirty="0"/>
              <a:t>for forecasting </a:t>
            </a:r>
            <a:r>
              <a:rPr sz="2800" dirty="0" smtClean="0"/>
              <a:t>and operational optimization</a:t>
            </a:r>
            <a:endParaRPr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1278"/>
            <a:ext cx="8229600" cy="837882"/>
          </a:xfrm>
        </p:spPr>
        <p:txBody>
          <a:bodyPr>
            <a:normAutofit/>
          </a:bodyPr>
          <a:lstStyle/>
          <a:p>
            <a:r>
              <a:rPr lang="en-US" sz="4000" b="1" u="sng" dirty="0" smtClean="0"/>
              <a:t>Key Insights Summary</a:t>
            </a:r>
            <a:endParaRPr lang="en-IN" sz="4000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34758"/>
            <a:ext cx="8229600" cy="5486082"/>
          </a:xfrm>
        </p:spPr>
        <p:txBody>
          <a:bodyPr>
            <a:normAutofit fontScale="92500" lnSpcReduction="20000"/>
          </a:bodyPr>
          <a:lstStyle/>
          <a:p>
            <a:r>
              <a:rPr lang="en-US" sz="2800" dirty="0" smtClean="0"/>
              <a:t>Most of the orders are In Morning 5 AM – 8 AM and in Evening 5 PM – 10 PM. </a:t>
            </a:r>
          </a:p>
          <a:p>
            <a:r>
              <a:rPr lang="en-US" sz="2800" dirty="0" smtClean="0"/>
              <a:t>All stores are getting almost equal number of orders.</a:t>
            </a:r>
          </a:p>
          <a:p>
            <a:r>
              <a:rPr lang="en-US" sz="2800" dirty="0" smtClean="0"/>
              <a:t>After the analysis Grocery is the top selling Items then after </a:t>
            </a:r>
          </a:p>
          <a:p>
            <a:r>
              <a:rPr lang="en-US" sz="2800" dirty="0" smtClean="0"/>
              <a:t>Household&lt;Fruits&lt;Snacks&lt;Beverages&lt;Personal care&lt;Dairy etc.</a:t>
            </a:r>
          </a:p>
          <a:p>
            <a:r>
              <a:rPr lang="en-US" sz="2800" dirty="0" smtClean="0"/>
              <a:t>After the calculating  Revenue of the November month Date 2025-11-09 is the Day when Revenue generates more.</a:t>
            </a:r>
          </a:p>
          <a:p>
            <a:r>
              <a:rPr lang="en-US" sz="2800" dirty="0"/>
              <a:t>Most of </a:t>
            </a:r>
            <a:r>
              <a:rPr lang="en-US" sz="2800" dirty="0" smtClean="0"/>
              <a:t>the cancellations </a:t>
            </a:r>
            <a:r>
              <a:rPr lang="en-US" sz="2800" dirty="0"/>
              <a:t>are In Morning 5 AM – 8 AM and in Evening 5 PM – 10 PM. </a:t>
            </a:r>
            <a:endParaRPr lang="en-US" sz="2800" dirty="0" smtClean="0"/>
          </a:p>
          <a:p>
            <a:r>
              <a:rPr lang="en-US" sz="2800" dirty="0" smtClean="0"/>
              <a:t>Zone Z-24 and  Z-17 is that zone where cancellations is more.</a:t>
            </a:r>
            <a:endParaRPr lang="en-US" sz="2800" dirty="0"/>
          </a:p>
          <a:p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5914041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u="sng" dirty="0" smtClean="0"/>
              <a:t>Hourly Demand Analysis</a:t>
            </a:r>
            <a:endParaRPr sz="4000" b="1" u="sng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818" y="1531303"/>
            <a:ext cx="6964363" cy="458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dirty="0"/>
          </a:p>
        </p:txBody>
      </p:sp>
      <p:pic>
        <p:nvPicPr>
          <p:cNvPr id="3" name="Picture 2" descr="delive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3514" y="1959429"/>
            <a:ext cx="6400800" cy="34380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 smtClean="0"/>
              <a:t>Top 10 Store By Order Volume</a:t>
            </a:r>
            <a:endParaRPr sz="4000" b="1" dirty="0"/>
          </a:p>
        </p:txBody>
      </p:sp>
      <p:pic>
        <p:nvPicPr>
          <p:cNvPr id="3074" name="Picture 2" descr="C:\Users\sachi\Downloads\OneDrive\Pictures\Screenshots 1\Screenshot 2025-12-02 180637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428" y="1790700"/>
            <a:ext cx="8889572" cy="46202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15820"/>
            <a:ext cx="8229600" cy="801818"/>
          </a:xfrm>
        </p:spPr>
        <p:txBody>
          <a:bodyPr>
            <a:normAutofit/>
          </a:bodyPr>
          <a:lstStyle/>
          <a:p>
            <a:r>
              <a:rPr lang="en-US" sz="4000" b="1" u="sng" dirty="0" smtClean="0"/>
              <a:t>Top Selling Items Category</a:t>
            </a:r>
            <a:endParaRPr sz="4000" b="1" u="sng" dirty="0"/>
          </a:p>
        </p:txBody>
      </p:sp>
      <p:pic>
        <p:nvPicPr>
          <p:cNvPr id="4098" name="Picture 2" descr="C:\Users\sachi\Downloads\OneDrive\Pictures\Screenshots 1\Screenshot 2025-12-02 180849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444620"/>
            <a:ext cx="8534400" cy="39935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u="sng" dirty="0" smtClean="0"/>
              <a:t>Daily Revenue Trend</a:t>
            </a:r>
            <a:endParaRPr lang="en-IN" sz="4000" b="1" u="sng" dirty="0"/>
          </a:p>
        </p:txBody>
      </p:sp>
      <p:pic>
        <p:nvPicPr>
          <p:cNvPr id="5122" name="Picture 2" descr="C:\Users\sachi\Downloads\OneDrive\Pictures\Screenshots 1\Screenshot 2025-12-02 180908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700" y="1879989"/>
            <a:ext cx="8356600" cy="3975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146125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u="sng" dirty="0" smtClean="0"/>
              <a:t>Category Wise Revenue</a:t>
            </a:r>
            <a:endParaRPr lang="en-IN" sz="4000" b="1" u="sng" dirty="0"/>
          </a:p>
        </p:txBody>
      </p:sp>
      <p:pic>
        <p:nvPicPr>
          <p:cNvPr id="6146" name="Picture 2" descr="C:\Users\sachi\Downloads\OneDrive\Pictures\Screenshots 1\Screenshot 2025-12-02 180924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916534"/>
            <a:ext cx="8616950" cy="4051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300540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u="sng" dirty="0" smtClean="0"/>
              <a:t>Cancellations By Hour Of Day</a:t>
            </a:r>
            <a:endParaRPr lang="en-IN" sz="4000" b="1" u="sng" dirty="0"/>
          </a:p>
        </p:txBody>
      </p:sp>
      <p:pic>
        <p:nvPicPr>
          <p:cNvPr id="7170" name="Picture 2" descr="C:\Users\sachi\Downloads\OneDrive\Pictures\Screenshots 1\Screenshot 2025-12-02 180942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25" y="1948090"/>
            <a:ext cx="8845550" cy="4006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372266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u="sng" dirty="0" smtClean="0"/>
              <a:t>Delivery Time Comparison</a:t>
            </a:r>
            <a:endParaRPr lang="en-IN" sz="4000" b="1" u="sng" dirty="0"/>
          </a:p>
        </p:txBody>
      </p:sp>
      <p:pic>
        <p:nvPicPr>
          <p:cNvPr id="8194" name="Picture 2" descr="C:\Users\sachi\Downloads\OneDrive\Pictures\Screenshots 1\Screenshot 2025-12-02 181046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358" y="1818369"/>
            <a:ext cx="7191699" cy="4070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240636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u="sng" dirty="0" smtClean="0"/>
              <a:t>Correlation Analysis</a:t>
            </a:r>
            <a:endParaRPr lang="en-IN" sz="4000" b="1" u="sng" dirty="0"/>
          </a:p>
        </p:txBody>
      </p:sp>
      <p:pic>
        <p:nvPicPr>
          <p:cNvPr id="9218" name="Picture 2" descr="C:\Users\sachi\Downloads\OneDrive\Pictures\Screenshots 1\Screenshot 2025-12-02 181104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113" y="2099387"/>
            <a:ext cx="8878887" cy="46653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59191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b="1" u="sng" dirty="0"/>
              <a:t>Business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dirty="0" smtClean="0"/>
              <a:t> </a:t>
            </a:r>
            <a:r>
              <a:rPr dirty="0"/>
              <a:t>Increase rider availability in peak </a:t>
            </a:r>
            <a:r>
              <a:rPr dirty="0" smtClean="0"/>
              <a:t>hours</a:t>
            </a:r>
            <a:r>
              <a:rPr lang="en-US" dirty="0" smtClean="0"/>
              <a:t>.</a:t>
            </a:r>
            <a:endParaRPr dirty="0"/>
          </a:p>
          <a:p>
            <a:r>
              <a:rPr lang="en-US" dirty="0"/>
              <a:t> </a:t>
            </a:r>
            <a:r>
              <a:rPr dirty="0" smtClean="0"/>
              <a:t>Improve </a:t>
            </a:r>
            <a:r>
              <a:rPr dirty="0"/>
              <a:t>delivery speed in slow-performing </a:t>
            </a:r>
            <a:r>
              <a:rPr dirty="0" smtClean="0"/>
              <a:t>zones</a:t>
            </a:r>
            <a:r>
              <a:rPr lang="en-US" dirty="0" smtClean="0"/>
              <a:t>.</a:t>
            </a:r>
            <a:endParaRPr dirty="0"/>
          </a:p>
          <a:p>
            <a:r>
              <a:rPr lang="en-US" dirty="0"/>
              <a:t> </a:t>
            </a:r>
            <a:r>
              <a:rPr dirty="0" smtClean="0"/>
              <a:t>Focus </a:t>
            </a:r>
            <a:r>
              <a:rPr dirty="0"/>
              <a:t>inventory on high-selling </a:t>
            </a:r>
            <a:r>
              <a:rPr dirty="0" smtClean="0"/>
              <a:t>categories</a:t>
            </a:r>
            <a:r>
              <a:rPr lang="en-US" dirty="0" smtClean="0"/>
              <a:t>.</a:t>
            </a:r>
            <a:endParaRPr dirty="0"/>
          </a:p>
          <a:p>
            <a:r>
              <a:rPr dirty="0" smtClean="0"/>
              <a:t> </a:t>
            </a:r>
            <a:r>
              <a:rPr dirty="0"/>
              <a:t>Relocate or optimize underperforming </a:t>
            </a:r>
            <a:r>
              <a:rPr dirty="0" smtClean="0"/>
              <a:t>stores</a:t>
            </a:r>
            <a:r>
              <a:rPr lang="en-US" dirty="0" smtClean="0"/>
              <a:t>.</a:t>
            </a:r>
            <a:endParaRPr dirty="0"/>
          </a:p>
          <a:p>
            <a:r>
              <a:rPr dirty="0" smtClean="0"/>
              <a:t> </a:t>
            </a:r>
            <a:r>
              <a:rPr dirty="0"/>
              <a:t>Open new stores in underserved demand </a:t>
            </a:r>
            <a:r>
              <a:rPr dirty="0" smtClean="0"/>
              <a:t>clusters</a:t>
            </a:r>
            <a:r>
              <a:rPr lang="en-US" dirty="0" smtClean="0"/>
              <a:t>.</a:t>
            </a:r>
            <a:endParaRPr dirty="0"/>
          </a:p>
          <a:p>
            <a:r>
              <a:rPr lang="en-US" dirty="0"/>
              <a:t> </a:t>
            </a:r>
            <a:r>
              <a:rPr dirty="0" smtClean="0"/>
              <a:t>Reduce </a:t>
            </a:r>
            <a:r>
              <a:rPr dirty="0"/>
              <a:t>SLA </a:t>
            </a:r>
            <a:r>
              <a:rPr lang="en-US" dirty="0" smtClean="0"/>
              <a:t>(Late Delivery) </a:t>
            </a:r>
            <a:r>
              <a:rPr dirty="0" smtClean="0"/>
              <a:t>breaches </a:t>
            </a:r>
            <a:r>
              <a:rPr dirty="0"/>
              <a:t>to lower </a:t>
            </a:r>
            <a:r>
              <a:rPr lang="en-US" dirty="0" smtClean="0"/>
              <a:t> the </a:t>
            </a:r>
            <a:r>
              <a:rPr dirty="0" smtClean="0"/>
              <a:t>cancellations</a:t>
            </a:r>
            <a:r>
              <a:rPr lang="en-US" dirty="0" smtClean="0"/>
              <a:t> rates.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166</TotalTime>
  <Words>313</Words>
  <Application>Microsoft Office PowerPoint</Application>
  <PresentationFormat>On-screen Show (4:3)</PresentationFormat>
  <Paragraphs>51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Blinkit – Instant Delivery Demand Forecast &amp; Dark Store Optimizations</vt:lpstr>
      <vt:lpstr>Problem Statement</vt:lpstr>
      <vt:lpstr>Business Problem </vt:lpstr>
      <vt:lpstr>Dataset Overview</vt:lpstr>
      <vt:lpstr>Key Insights Summary</vt:lpstr>
      <vt:lpstr>Hourly Demand Analysis</vt:lpstr>
      <vt:lpstr>PowerPoint Presentation</vt:lpstr>
      <vt:lpstr>Top 10 Store By Order Volume</vt:lpstr>
      <vt:lpstr>Top Selling Items Category</vt:lpstr>
      <vt:lpstr>Daily Revenue Trend</vt:lpstr>
      <vt:lpstr>Category Wise Revenue</vt:lpstr>
      <vt:lpstr>Cancellations By Hour Of Day</vt:lpstr>
      <vt:lpstr>Delivery Time Comparison</vt:lpstr>
      <vt:lpstr>Correlation Analysis</vt:lpstr>
      <vt:lpstr>Business Recommendations</vt:lpstr>
    </vt:vector>
  </TitlesOfParts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Blinkit – Instant Delivery Demand Forecast &amp; Dark Store Optimization</dc:title>
  <dc:creator>sachin sen</dc:creator>
  <dc:description>generated using python-pptx</dc:description>
  <cp:lastModifiedBy>sachin sen</cp:lastModifiedBy>
  <cp:revision>10</cp:revision>
  <dcterms:created xsi:type="dcterms:W3CDTF">2013-01-27T09:14:16Z</dcterms:created>
  <dcterms:modified xsi:type="dcterms:W3CDTF">2025-12-02T14:46:28Z</dcterms:modified>
</cp:coreProperties>
</file>